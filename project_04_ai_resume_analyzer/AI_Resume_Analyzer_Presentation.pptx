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This project is a full-stack AI app built in 14 days from scratch.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 has 3 core steps: upload resume, AI analysis, view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layer was chosen deliberately. FastAPI for the backend, Claude for AI, Streamlit for UI, deployed on cloud platforms.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flow: user inputs → Streamlit → FastAPI → Claude → back to Streamlit for display.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engineering is about controlling what format Claude responds in. Role + Task + Format + Constraints = reliable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core terms every interviewer will ask about. Know each definition cold.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users see: color-coded score, progress bar, missing keywords in code style, and one actionable suggestion.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separate cloud services: Render for FastAPI backend, Streamlit Cloud for the frontend. Both free 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answering these questions out loud. Lead with what you built, then the hard part, then the technical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14: update your resume with this bullet and post on LinkedIn. The post should go live at 9:30 AM for best engagement.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slide. This project proves you can build, integrate AI, and deploy a full-stack application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6C63F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2286000" cy="2286000"/>
          </a:xfrm>
          <a:prstGeom prst="ellipse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 — PORTFOLIO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Analyzer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AI application built with FastAPI, Anthropic Claude API, and Streamlit — deployed live on Render and Streamlit Cloud.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251960"/>
            <a:ext cx="1828800" cy="292608"/>
          </a:xfrm>
          <a:prstGeom prst="roundRect">
            <a:avLst>
              <a:gd name="adj" fmla="val 31250"/>
            </a:avLst>
          </a:prstGeom>
          <a:solidFill>
            <a:srgbClr val="6C63FF">
              <a:alpha val="2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251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0" y="4251960"/>
            <a:ext cx="1828800" cy="292608"/>
          </a:xfrm>
          <a:prstGeom prst="roundRect">
            <a:avLst>
              <a:gd name="adj" fmla="val 31250"/>
            </a:avLst>
          </a:prstGeom>
          <a:solidFill>
            <a:srgbClr val="6C63FF">
              <a:alpha val="2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4251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4251960"/>
            <a:ext cx="1828800" cy="292608"/>
          </a:xfrm>
          <a:prstGeom prst="roundRect">
            <a:avLst>
              <a:gd name="adj" fmla="val 31250"/>
            </a:avLst>
          </a:prstGeom>
          <a:solidFill>
            <a:srgbClr val="6C63FF">
              <a:alpha val="2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4251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4663440"/>
            <a:ext cx="1828800" cy="292608"/>
          </a:xfrm>
          <a:prstGeom prst="roundRect">
            <a:avLst>
              <a:gd name="adj" fmla="val 31250"/>
            </a:avLst>
          </a:prstGeom>
          <a:solidFill>
            <a:srgbClr val="6C63FF">
              <a:alpha val="2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663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34640" y="4663440"/>
            <a:ext cx="1828800" cy="292608"/>
          </a:xfrm>
          <a:prstGeom prst="roundRect">
            <a:avLst>
              <a:gd name="adj" fmla="val 31250"/>
            </a:avLst>
          </a:prstGeom>
          <a:solidFill>
            <a:srgbClr val="6C63FF">
              <a:alpha val="2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4663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4663440"/>
            <a:ext cx="1828800" cy="292608"/>
          </a:xfrm>
          <a:prstGeom prst="roundRect">
            <a:avLst>
              <a:gd name="adj" fmla="val 31250"/>
            </a:avLst>
          </a:prstGeom>
          <a:solidFill>
            <a:srgbClr val="6C63FF">
              <a:alpha val="2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4663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7548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Madhunika Danam  ·  madhu-resume-analyzer.streamlit.app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resume screening tool powered by Claude AI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1A1D27"/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17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Resume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PDF resume or paste resume text directly. pdfplumber extracts all text automatically from every page.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23444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1A1D27"/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417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25146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compares the resume against the job description and returns a structured JSON response with score, keywords, and suggestion.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23444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1A1D27"/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417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03504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Results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72200" y="25146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match score (0–100) with color-coded progress bar, list of missing keywords, and one actionable improvement suggestion.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chosen with purpose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1A1D27"/>
          </a:solidFill>
          <a:ln w="12700">
            <a:solidFill>
              <a:srgbClr val="6C63FF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075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1325880"/>
            <a:ext cx="5852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Python web framework. Handles GET/POST routes, automatic data validation via Pydantic, and serves JSON responses. Auto-generates interactive API docs at /docs.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1A1D27"/>
          </a:solidFill>
          <a:ln w="12700">
            <a:solidFill>
              <a:srgbClr val="00D4AA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677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API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2286000"/>
            <a:ext cx="5852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claude-sonnet-4-6 model analyzes resume vs job description. Prompt engineering forces structured JSON output with match_score, missing_keywords, and suggestion fields.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15468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1A1D27"/>
          </a:solidFill>
          <a:ln w="12700">
            <a:solidFill>
              <a:srgbClr val="4B9CD3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278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B9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" y="3474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3246120"/>
            <a:ext cx="5852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Python-native web UI framework. Renders file uploader, text areas, progress bar, color-coded results, and handles the full request-response cycle with the FastAPI backend.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11480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1A1D27"/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187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434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+ Streamlit Cloud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4206240"/>
            <a:ext cx="5852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deployed on Render (free tier). Streamlit frontend deployed on Streamlit Cloud. Both run 24/7 — accessible to anyone with the URL.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Data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flows from user to AI and back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1463040" cy="1828800"/>
          </a:xfrm>
          <a:prstGeom prst="roundRect">
            <a:avLst>
              <a:gd name="adj" fmla="val 6250"/>
            </a:avLst>
          </a:prstGeom>
          <a:solidFill>
            <a:srgbClr val="1A1D27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2402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PDF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pastes text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737360" y="1920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011680" y="1280160"/>
            <a:ext cx="1463040" cy="1828800"/>
          </a:xfrm>
          <a:prstGeom prst="roundRect">
            <a:avLst>
              <a:gd name="adj" fmla="val 6250"/>
            </a:avLst>
          </a:prstGeom>
          <a:solidFill>
            <a:srgbClr val="1A1D27"/>
          </a:solidFill>
          <a:ln w="12700">
            <a:solidFill>
              <a:srgbClr val="4B9C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011680" y="1920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4B9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22402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input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POST request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4720" y="1920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749040" y="1280160"/>
            <a:ext cx="1463040" cy="1828800"/>
          </a:xfrm>
          <a:prstGeom prst="roundRect">
            <a:avLst>
              <a:gd name="adj" fmla="val 6250"/>
            </a:avLst>
          </a:prstGeom>
          <a:solidFill>
            <a:srgbClr val="1A1D27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749040" y="1920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49040" y="22402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data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prompt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212080" y="1920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0" y="1280160"/>
            <a:ext cx="1463040" cy="1828800"/>
          </a:xfrm>
          <a:prstGeom prst="roundRect">
            <a:avLst>
              <a:gd name="adj" fmla="val 6250"/>
            </a:avLst>
          </a:prstGeom>
          <a:solidFill>
            <a:srgbClr val="1A1D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486400" y="1920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0" y="22402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resume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JSON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49440" y="1920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223760" y="1280160"/>
            <a:ext cx="1463040" cy="1828800"/>
          </a:xfrm>
          <a:prstGeom prst="roundRect">
            <a:avLst>
              <a:gd name="adj" fmla="val 6250"/>
            </a:avLst>
          </a:prstGeom>
          <a:solidFill>
            <a:srgbClr val="1A1D27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223760" y="1920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23760" y="22402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keywords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suggestion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36576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 /  →  health check route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/analyze  →  receives resume + job description, returns AI analysis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Pydantic validates incoming data shape before Claude is called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json.loads() parses Claude's text response into a Python dictionary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requests.post() in Streamlit acts as the bridge between frontend and backend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Claude to return structured, machine-readable output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1A1D27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BEFORE (Unstructured)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 me a match score and keywords"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Claude returns a long paragraph with markdown headers, bold text, bullet points — impossible for code to parse automatically.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Resume Analysis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**Match Score: 62/100**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Missing: Tableau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Missing: AWS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*Suggestion: Add cloud experience...*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188720"/>
            <a:ext cx="4206240" cy="3566160"/>
          </a:xfrm>
          <a:prstGeom prst="roundRect">
            <a:avLst>
              <a:gd name="adj" fmla="val 2564"/>
            </a:avLst>
          </a:prstGeom>
          <a:solidFill>
            <a:srgbClr val="1A1D27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AFTER (Structured JSON)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"Respond ONLY with JSON. No markdown, no code fences."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0" y="20574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Claude returns clean, parseable JSON every time. Each field is separately accessible in code.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78892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"match_score": 62,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"missing_keywords": [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"Tableau",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"AWS"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"suggestion": "Add Tableau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your skills section."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Definitions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technical term you need to explain in an interview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1A1D27"/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1848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web framework for building REST APIs. Handles routing, validation, and JSON responses automatically.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23444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1A1D27"/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61848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for two programs to communicate over HTTP using standard methods like GET (fetch) and POST (send).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1A1D27"/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60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85292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library that validates incoming data shape and type. Rejects bad requests automatically with a 422 error.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46888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1A1D27"/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2560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85292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 API — a service that lets your code send text to an AI model and get intelligent responses back.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70332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1A1D27"/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94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08736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precise instructions to control an AI model's output format, tone, and structure reliably.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70332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1A1D27"/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794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408736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Object Notation — a universal text format for sending structured data between programs over the internet.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user sees after clicking Analyze Resume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657600"/>
          </a:xfrm>
          <a:prstGeom prst="roundRect">
            <a:avLst>
              <a:gd name="adj" fmla="val 2500"/>
            </a:avLst>
          </a:prstGeom>
          <a:solidFill>
            <a:srgbClr val="1A1D27"/>
          </a:solidFill>
          <a:ln w="12700">
            <a:solidFill>
              <a:srgbClr val="6C63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Analysis Results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7498080" cy="164592"/>
          </a:xfrm>
          <a:prstGeom prst="rect">
            <a:avLst/>
          </a:prstGeom>
          <a:solidFill>
            <a:srgbClr val="2D2F3E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783080"/>
            <a:ext cx="5394960" cy="164592"/>
          </a:xfrm>
          <a:prstGeom prst="rect">
            <a:avLst/>
          </a:prstGeom>
          <a:solidFill>
            <a:srgbClr val="4B9CD3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011680"/>
            <a:ext cx="3474720" cy="411480"/>
          </a:xfrm>
          <a:prstGeom prst="roundRect">
            <a:avLst>
              <a:gd name="adj" fmla="val 17778"/>
            </a:avLst>
          </a:prstGeom>
          <a:solidFill>
            <a:srgbClr val="1E3A5F"/>
          </a:solidFill>
          <a:ln w="12700">
            <a:solidFill>
              <a:srgbClr val="4B9C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11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B9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  Good Match — 72 / 100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Missing Keywords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keywords appear in the job description but not in your resume: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30906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`Tableau`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34670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`AWS`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6027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`CI/CD`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8587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`GitHub Actions`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Suggestion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88036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1A2B3C"/>
          </a:solidFill>
          <a:ln w="12700">
            <a:solidFill>
              <a:srgbClr val="4B9CD3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97180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Tableau and AWS to your skills section. Mention any CI/CD pipeline experience, even personal projects using GitHub Actions.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cloud services working together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1A1D27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Backend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ml-journey.onrender.com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 tier cloud server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Runs FastAPI + Uvicorn 24/7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key stored as environment variable — never in code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Auto-deploys when GitHub is updated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Procfile tells Render how to start the app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1A1D27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Frontend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783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Cloud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21031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madhu-resume-analyzer.streamlit.app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242316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 tier — no credit card needed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Runs Streamlit app publicly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Calls Render backend via HTTPS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Auto-deploys from GitHub on push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requirements.txt installs pdfplumber + requests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Talking Points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explain this project in an interview — confidently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841248"/>
          </a:xfrm>
          <a:prstGeom prst="roundRect">
            <a:avLst>
              <a:gd name="adj" fmla="val 8696"/>
            </a:avLst>
          </a:prstGeom>
          <a:solidFill>
            <a:srgbClr val="1A1D27"/>
          </a:solidFill>
          <a:ln w="12700">
            <a:solidFill>
              <a:srgbClr val="6C63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0759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did you build?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581912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A full-stack AI application that analyzes a resume against a job description using the Anthropic Claude API. It returns a match score, missing keywords, and one actionable improvement suggestion — deployed live on Render and Streamlit Cloud.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8412480" cy="841248"/>
          </a:xfrm>
          <a:prstGeom prst="roundRect">
            <a:avLst>
              <a:gd name="adj" fmla="val 8696"/>
            </a:avLst>
          </a:prstGeom>
          <a:solidFill>
            <a:srgbClr val="1A1D27"/>
          </a:solidFill>
          <a:ln w="12700">
            <a:solidFill>
              <a:srgbClr val="6C63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26771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was the hardest part?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542032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Prompt engineering — getting Claude to return structured JSON every time instead of markdown prose. I solved it by explicitly telling the model: "Respond ONLY with a JSON object. No code fences, no explanation." Then I added json.loads() to parse it and a code-fence stripper as a safety net.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3154680"/>
            <a:ext cx="8412480" cy="841248"/>
          </a:xfrm>
          <a:prstGeom prst="roundRect">
            <a:avLst>
              <a:gd name="adj" fmla="val 8696"/>
            </a:avLst>
          </a:prstGeom>
          <a:solidFill>
            <a:srgbClr val="1A1D27"/>
          </a:solidFill>
          <a:ln w="12700">
            <a:solidFill>
              <a:srgbClr val="6C63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22783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does FastAPI do in this project?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502152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FastAPI is the backend API layer. It receives the resume and job description via a POST request, validates the data using Pydantic, builds the prompt, calls Claude, parses the response, and returns clean JSON to the Streamlit frontend.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4114800"/>
            <a:ext cx="8412480" cy="841248"/>
          </a:xfrm>
          <a:prstGeom prst="roundRect">
            <a:avLst>
              <a:gd name="adj" fmla="val 8696"/>
            </a:avLst>
          </a:prstGeom>
          <a:solidFill>
            <a:srgbClr val="1A1D27"/>
          </a:solidFill>
          <a:ln w="12700">
            <a:solidFill>
              <a:srgbClr val="6C63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18795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did you choose Claude over GPT?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4462272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Anthropic's Claude is known for following structured output instructions reliably. For this use case — returning consistent JSON — it performed better in my testing. I also used claude-sonnet-4-6 which balances intelligence, speed, and cost well for a portfolio project.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Bullet &amp; LinkedIn Post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 deliverables — how to present this project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1645920"/>
          </a:xfrm>
          <a:prstGeom prst="roundRect">
            <a:avLst>
              <a:gd name="adj" fmla="val 5556"/>
            </a:avLst>
          </a:prstGeom>
          <a:solidFill>
            <a:srgbClr val="1A1D27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Resume Bullet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AI-Powered Resume Analyzer — full-stack Python application using FastAPI backend, Anthropic Claude API (prompt engineering for structured JSON output), and Streamlit frontend; deployed live on Render + Streamlit Cloud; analyzes resume-to-job-description match with score (0–100), missing keywords, and improvement suggestions.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971800"/>
            <a:ext cx="8412480" cy="1828800"/>
          </a:xfrm>
          <a:prstGeom prst="roundRect">
            <a:avLst>
              <a:gd name="adj" fmla="val 5000"/>
            </a:avLst>
          </a:prstGeom>
          <a:solidFill>
            <a:srgbClr val="1A1D27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LinkedIn Post Template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something I wish existed when I started job hunting.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Resume Analyzer — upload your resume PDF, paste any job description, get a match score, missing keywords, and one specific suggestion. Built with FastAPI + Anthropic Claude API + Streamlit. Deployed live.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in comments. What's the #1 thing you wish you knew before applying?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#FastAPI #AI #PromptEngineering #Python #BuildInPublic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0D4A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6C63F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Complete.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14 days. Deployed live. Ready for interviews.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Built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4640" y="2834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834640" y="3474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2834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937760" y="3474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Layers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40880" y="2834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040880" y="3474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madhu-resume-analyzer.streamlit.app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Madhunika Danam  ·  danammadhunika@gmail.com  ·  linkedin.com/in/danammadhunika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2026-07-22T03:33:10Z</dcterms:created>
  <dcterms:modified xsi:type="dcterms:W3CDTF">2026-07-22T03:33:10Z</dcterms:modified>
</cp:coreProperties>
</file>