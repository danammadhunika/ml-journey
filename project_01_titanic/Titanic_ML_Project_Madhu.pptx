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Survived vs Died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C65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Died (0)</c:v>
                  </c:pt>
                  <c:pt idx="1">
                    <c:v>Survived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549</c:v>
                </c:pt>
                <c:pt idx="1">
                  <c:v>342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Survival Rate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0.74</c:v>
                </c:pt>
                <c:pt idx="1">
                  <c:v>0.19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Passenger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1st Class</c:v>
                  </c:pt>
                  <c:pt idx="1">
                    <c:v>2nd Class</c:v>
                  </c:pt>
                  <c:pt idx="2">
                    <c:v>3rd Class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</c:v>
                </c:pt>
                <c:pt idx="1">
                  <c:v>0.47</c:v>
                </c:pt>
                <c:pt idx="2">
                  <c:v>0.24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Child</c:v>
                  </c:pt>
                  <c:pt idx="1">
                    <c:v>Teen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</c:v>
                </c:pt>
                <c:pt idx="1">
                  <c:v>0.48</c:v>
                </c:pt>
                <c:pt idx="2">
                  <c:v>0.37</c:v>
                </c:pt>
                <c:pt idx="3">
                  <c:v>0.23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Titanic Survival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Project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| Data Science | Python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MADHUNIKA DANAM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github.com/Danammadhunika/ml-journey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built a Titanic survival prediction project where 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explored real passenger data (891 passengers, 12 features)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missing values in Age, Embarked and dropped Cabin column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survival patterns using NumPy and Pandas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survival patterns with 7 different charts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Logistic Regression model achieving 81% accuracy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taught me the complete data science workflow."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Titanic? — 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41148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data — not fake numbers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025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missing values (like real projects)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551176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237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types: numbers, 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072384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044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goal: predict who survived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beginner ML dataset globally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4114800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087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skills used in industry projects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960120"/>
            <a:ext cx="41148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Facts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9204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0372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Columns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8920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Values Missing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606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0372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Values Missing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89204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Survived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549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0372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Died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from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109728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38.4%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Survival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836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342 of 891 passengers survived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10972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241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 vs 19%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92040" y="15727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vs Male Survival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8836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was the strongest survival factor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60604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606040"/>
            <a:ext cx="109728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157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 vs 24%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11480" y="32644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vs 3rd Class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5753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strongly affected survival chances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60604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06040"/>
            <a:ext cx="109728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7157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 vs 14%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892040" y="32644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1st vs Male 3rd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5753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gender + class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429768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23160" y="4297680"/>
            <a:ext cx="109728" cy="1417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440740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 vs 23%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606040" y="49560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vs Senior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6040" y="52669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passengers survived more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 — Survival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74320" y="3611880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4754880" y="3611880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missing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80360" y="1508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mean (29.69)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671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1671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80360" y="21671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mode (S)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8254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687 missing (77%)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82549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entire column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8386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348386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- not useful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80360" y="348386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column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142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41422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- not useful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414223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column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0600" y="1508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ONLY understand numbers!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columns must be converted.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2240280"/>
            <a:ext cx="384048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860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500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"male" → 0,  "female" → 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2926080"/>
            <a:ext cx="3840480" cy="54864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71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Embarked: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 → 0,  "Q" → 1,  "S" → 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3794760"/>
            <a:ext cx="393192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9 numeric columns, 0 missing values — Ready for ML!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9144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9601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(predicts 0 or 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1848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18488"/>
            <a:ext cx="9144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184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161848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 passengers (80%) — model LEARNS from these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7685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76856"/>
            <a:ext cx="9144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768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2276856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passengers (20%) — model TESTED on these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3522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35224"/>
            <a:ext cx="9144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93522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293522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— correctly predicted 145 of 179 passengers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41648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6002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Predicted DIED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Predicted SURVIVED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Actually DIED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C653"/>
                          </a:solidFill>
                        </a:rPr>
                        <a:t>90 ✅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15 ❌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Actually SURVIVED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</a:rPr>
                        <a:t>19 ❌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C653"/>
                          </a:solidFill>
                        </a:rPr>
                        <a:t>55 ✅</a:t>
                      </a:r>
                      <a:endParaRPr lang="en-US" sz="11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FF4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(Died):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4069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0" y="4297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(Survived):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0" y="4297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0" y="4526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(Died):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4526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0" y="4754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72400" y="4754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143000"/>
            <a:ext cx="2743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40233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647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indexing, math operations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40233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389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7647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analyze real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87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62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charts revealing survival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423160"/>
            <a:ext cx="40233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487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862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→ numbers for ML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40233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84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959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accuracy on 179 test passengers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520440"/>
            <a:ext cx="4023360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584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9593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commits showing full progress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github.com/Danammadhunika/ml-journey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Survival Prediction - Madhu</dc:title>
  <dc:subject>PptxGenJS Presentation</dc:subject>
  <dc:creator>PptxGenJS</dc:creator>
  <cp:lastModifiedBy>PptxGenJS</cp:lastModifiedBy>
  <cp:revision>1</cp:revision>
  <dcterms:created xsi:type="dcterms:W3CDTF">2026-05-07T17:41:24Z</dcterms:created>
  <dcterms:modified xsi:type="dcterms:W3CDTF">2026-05-07T17:41:24Z</dcterms:modified>
</cp:coreProperties>
</file>