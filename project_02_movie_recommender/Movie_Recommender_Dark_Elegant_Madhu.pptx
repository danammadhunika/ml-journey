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Rating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777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F3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D06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Star</c:v>
                  </c:pt>
                  <c:pt idx="1">
                    <c:v>2 Stars</c:v>
                  </c:pt>
                  <c:pt idx="2">
                    <c:v>3 Stars</c:v>
                  </c:pt>
                  <c:pt idx="3">
                    <c:v>4 Stars</c:v>
                  </c:pt>
                  <c:pt idx="4">
                    <c:v>5 Stars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5000</c:v>
                </c:pt>
                <c:pt idx="1">
                  <c:v>12000</c:v>
                </c:pt>
                <c:pt idx="2">
                  <c:v>27500</c:v>
                </c:pt>
                <c:pt idx="3">
                  <c:v>34000</c:v>
                </c:pt>
                <c:pt idx="4">
                  <c:v>22500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C1C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5 Most Rated Movies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Star Wars</c:v>
                  </c:pt>
                  <c:pt idx="1">
                    <c:v>Contact</c:v>
                  </c:pt>
                  <c:pt idx="2">
                    <c:v>Fargo</c:v>
                  </c:pt>
                  <c:pt idx="3">
                    <c:v>Return Jedi</c:v>
                  </c:pt>
                  <c:pt idx="4">
                    <c:v>Liar Liar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583</c:v>
                </c:pt>
                <c:pt idx="1">
                  <c:v>509</c:v>
                </c:pt>
                <c:pt idx="2">
                  <c:v>508</c:v>
                </c:pt>
                <c:pt idx="3">
                  <c:v>507</c:v>
                </c:pt>
                <c:pt idx="4">
                  <c:v>485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C1C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54864" cy="29260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572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Recommendation System  |  Python  |  Streamlit  |  Scikit-learn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MADHUNIKA DANAM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madhu-movie-recommender.streamlit.app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built a Netflix-Style Movie Recommendation Engine using real-world data."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813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&amp; explored 100,000 real movie ratings from MovieLens 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54864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04825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rating patterns, top movies, and user behavior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54864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968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61518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Collaborative Filtering using Cosine Similarity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54864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638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18211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Content Based Filtering using Movie Genre Matrix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54864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307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7490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both into a Hybrid Recommendation Model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54864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97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31596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live Streamlit web app — accessible worldwide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100K  —  GroupLens Research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651760" cy="150876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265176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Ratings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150876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71600"/>
            <a:ext cx="265176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554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46120" y="2240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150876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265176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54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1,682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2240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2651760" cy="150876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08960"/>
            <a:ext cx="265176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91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7432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108960"/>
            <a:ext cx="2651760" cy="150876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108960"/>
            <a:ext cx="265176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291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24612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Ratings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 Wars)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108960"/>
            <a:ext cx="2651760" cy="150876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108960"/>
            <a:ext cx="265176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291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21792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Movies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(50+ ratings)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114300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94360" cy="1143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 FILTERING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users with SIMILAR TASTE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719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"Users like YOU also liked..."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Cosine Similarity • 943×943 Matrix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 1 → Schindler's List (4.1 score)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8595360" cy="114300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04288"/>
            <a:ext cx="594360" cy="1143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04288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3957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BASED FILTERING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movies with SIMILAR GENRES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"Because you liked Toy Story..."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0" y="23957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Genre Matrix • 19 Genre Columns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0" y="28986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Toy Story → Aladdin (1.0 similarity)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02736"/>
            <a:ext cx="8595360" cy="114300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02736"/>
            <a:ext cx="594360" cy="1143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602736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6941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041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approaches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315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of both worlds!"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03520" y="36941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Combined Scores • fill_value=0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419709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Better recommendations overall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COLLABORATIVE FILTERING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" cy="6583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058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User-Movie Matrix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984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943 users × 1,664 movies. Rows=users, Columns=movies, Values=ratings. Empty=0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8595360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64792"/>
            <a:ext cx="502920" cy="6583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6479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8105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Cosine Similarity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users with ALL users automatically. Score 0=different, 1=identical taste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8595360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69464"/>
            <a:ext cx="502920" cy="6583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694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6151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 Users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907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 1: get top 10 most similar users. Remove themselves (score=1.0, not useful)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74136"/>
            <a:ext cx="8595360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74136"/>
            <a:ext cx="502920" cy="6583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3741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4198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Unwatched Movies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124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similar users, find movies with rating=0 for our user (not watched yet)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78808"/>
            <a:ext cx="8595360" cy="65836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78808"/>
            <a:ext cx="502920" cy="65836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788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2245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Recommend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51713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similar users ratings per unwatched movie. Return top 5 highest scored!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 &amp;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4114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960120"/>
          <a:ext cx="4114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410712"/>
            <a:ext cx="2286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33832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give 4 stars — users are generally generous raters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74320" y="3794760"/>
            <a:ext cx="2286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37673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Wars (1977) is the most rated movie with 583 ratings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4178808"/>
            <a:ext cx="2286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415137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= 3.53/5  •  605 movies have 50+ ratings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4562856"/>
            <a:ext cx="2286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453542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— most movies average between 2.5 and 4.0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STREAMLIT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103120" cy="393192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10312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 SETTINGS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— 943)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1920240" cy="347472"/>
          </a:xfrm>
          <a:prstGeom prst="rect">
            <a:avLst/>
          </a:prstGeom>
          <a:solidFill>
            <a:srgbClr val="1C1C1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(1-20)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1920240" cy="20116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770632"/>
            <a:ext cx="320040" cy="32004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337560"/>
            <a:ext cx="192024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960120"/>
            <a:ext cx="6309360" cy="3931920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1097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Movie Recommendation Engine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43200" y="1554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movies you'll love!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1874520"/>
            <a:ext cx="5943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965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Recommendations for User 1: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0" y="2377440"/>
            <a:ext cx="5943600" cy="384048"/>
          </a:xfrm>
          <a:prstGeom prst="rect">
            <a:avLst/>
          </a:prstGeom>
          <a:solidFill>
            <a:srgbClr val="28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2377440"/>
            <a:ext cx="457200" cy="3840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377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23774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Schindler's List (1993)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0" y="23774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4.10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2834640"/>
            <a:ext cx="5943600" cy="38404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2834640"/>
            <a:ext cx="457200" cy="3840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28346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Strangelove (1963)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0" y="28346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3.90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0" y="3291840"/>
            <a:ext cx="5943600" cy="384048"/>
          </a:xfrm>
          <a:prstGeom prst="rect">
            <a:avLst/>
          </a:prstGeom>
          <a:solidFill>
            <a:srgbClr val="28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3291840"/>
            <a:ext cx="457200" cy="3840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3291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3291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E.T. the Extra-Terrestrial (1982)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32918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3.70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0" y="3749040"/>
            <a:ext cx="5943600" cy="38404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0" y="3749040"/>
            <a:ext cx="457200" cy="3840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749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91840" y="37490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Flew Over Cuckoo's Nest (1975)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63840" y="3749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3.70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0" y="4206240"/>
            <a:ext cx="5943600" cy="384048"/>
          </a:xfrm>
          <a:prstGeom prst="rect">
            <a:avLst/>
          </a:prstGeom>
          <a:solidFill>
            <a:srgbClr val="28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0" y="4206240"/>
            <a:ext cx="457200" cy="3840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0" y="42062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42062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by Me (1986)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63840" y="42062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3.70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LIVE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393192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STEPS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365760" cy="3474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361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to GitHub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84248"/>
            <a:ext cx="365760" cy="3474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5681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share.streamlit.io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432304"/>
            <a:ext cx="365760" cy="3474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323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048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GitHub account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880360"/>
            <a:ext cx="365760" cy="3474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0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8529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repository &amp; app.py path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328416"/>
            <a:ext cx="365760" cy="3474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284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3009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requirements.txt file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776472"/>
            <a:ext cx="365760" cy="3474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764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749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Deploy!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365760" cy="3474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1970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public URL — share anywhere!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APP DETAILS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1536192"/>
            <a:ext cx="3931920" cy="438912"/>
          </a:xfrm>
          <a:prstGeom prst="rect">
            <a:avLst/>
          </a:prstGeom>
          <a:solidFill>
            <a:srgbClr val="28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53619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1536192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2048256"/>
            <a:ext cx="3931920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04825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55080" y="204825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&amp; Public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0600" y="2560320"/>
            <a:ext cx="3931920" cy="438912"/>
          </a:xfrm>
          <a:prstGeom prst="rect">
            <a:avLst/>
          </a:prstGeom>
          <a:solidFill>
            <a:srgbClr val="28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5603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55080" y="256032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madhu-movie-recommender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.streamlit.app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00600" y="3072384"/>
            <a:ext cx="3931920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0723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Supported: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55080" y="3072384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943 users (IDs 1-943)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3584448"/>
            <a:ext cx="3931920" cy="438912"/>
          </a:xfrm>
          <a:prstGeom prst="rect">
            <a:avLst/>
          </a:prstGeom>
          <a:solidFill>
            <a:srgbClr val="28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5844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55080" y="358444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20 movies per request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00600" y="4096512"/>
            <a:ext cx="3931920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09651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55080" y="4096512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0" y="868680"/>
            <a:ext cx="219456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1078992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41148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&amp; NumPy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analyzed 100,000 real ratings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4114800" cy="1078992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51560"/>
            <a:ext cx="41148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618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statistical visualizations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1078992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41148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23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Cosine Similarity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28529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user and movie similarity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4114800" cy="1078992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286000"/>
            <a:ext cx="41148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423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 Filtering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28529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 recommendation algorithm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4114800" cy="1078992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20440"/>
            <a:ext cx="41148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57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Based Filtering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0873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Genre-based recommendation algorithm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520440"/>
            <a:ext cx="4114800" cy="1078992"/>
          </a:xfrm>
          <a:prstGeom prst="rect">
            <a:avLst/>
          </a:prstGeom>
          <a:solidFill>
            <a:srgbClr val="2D2D2D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520440"/>
            <a:ext cx="41148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657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+ Deployment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83480" y="40873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deployed a live web app!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0" y="4617720"/>
            <a:ext cx="6400800" cy="3840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4617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madhu-movie-recommender.streamlit.app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 Engine - Madhu</dc:title>
  <dc:subject>PptxGenJS Presentation</dc:subject>
  <dc:creator>PptxGenJS</dc:creator>
  <cp:lastModifiedBy>PptxGenJS</cp:lastModifiedBy>
  <cp:revision>1</cp:revision>
  <dcterms:created xsi:type="dcterms:W3CDTF">2026-05-14T19:19:14Z</dcterms:created>
  <dcterms:modified xsi:type="dcterms:W3CDTF">2026-05-14T19:19:14Z</dcterms:modified>
</cp:coreProperties>
</file>